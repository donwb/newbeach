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396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7377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Rewriting multi-platform apps with Claude Code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person. Three days. Seven platforms.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Browning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App/Service 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Volusia County operates ~30 vehicle beach access ramps that open and close throughout the day based on tides, weather, capacity, and turtle nesting. Claude and I built an app that polls the county GIS system every 60 seconds and serves that data alongside NOAA tide predictions, water temperature, and NWS weather — so you can check conditions before you load up the truck.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2194560"/>
          </a:xfrm>
          <a:prstGeom prst="rect">
            <a:avLst/>
          </a:prstGeom>
          <a:solidFill>
            <a:srgbClr val="0A5C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Days</a:t>
            </a:r>
            <a:endParaRPr lang="en-US" sz="3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Part-Time</a:t>
            </a:r>
            <a:endParaRPr lang="en-US" sz="3800" dirty="0"/>
          </a:p>
          <a:p>
            <a:pPr marL="0" indent="0" algn="ctr">
              <a:buNone/>
            </a:pPr>
            <a:endParaRPr lang="en-US" sz="3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blank repo to fully deployed</a:t>
            </a:r>
            <a:endParaRPr lang="en-US" sz="3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application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3291840" cy="36576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languages  •  7 platforms  •  1 monorepo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2494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21579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backend</a:t>
            </a: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 server, data ingester, PostgreSQL migrations, external web service integration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68833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25968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apps</a:t>
            </a: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iOS, iPadOS, watchOS, tvOS — all sharing a single Swift package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12724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3035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website</a:t>
            </a: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Vanilla HTML/JS + Tailwind CSS with tide charts, dark mode, live webcam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35661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templates</a:t>
            </a: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TRMNL e-ink display + backward-compatible Tidbyt device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40050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3913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Dockerfile, GitHub Actions CI, DigitalOcean App Platform deploy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Go binary handles data ingestion + API serving — clients consume via REST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1430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389888"/>
            <a:ext cx="2651760" cy="502920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Volusia County GIS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MapServer — poll every 60s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389888"/>
            <a:ext cx="2651760" cy="502920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3898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Tides &amp; Currents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8721164 — predictions + water temp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389888"/>
            <a:ext cx="2651760" cy="502920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13898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Weather 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API — forecast + conditions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240280"/>
            <a:ext cx="5029200" cy="1051560"/>
          </a:xfrm>
          <a:prstGeom prst="rect">
            <a:avLst/>
          </a:prstGeom>
          <a:solidFill>
            <a:srgbClr val="0A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Service </a:t>
            </a: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(Echo v4)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651760"/>
            <a:ext cx="10515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Server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057400" y="2651760"/>
            <a:ext cx="10515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57400" y="2651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Ingester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0400" y="2651760"/>
            <a:ext cx="10515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NOAA Client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343400" y="2651760"/>
            <a:ext cx="10515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43400" y="2651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 Client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008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internal/handlers | internal/ingester | internal/noaa | internal/weather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71500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2240280"/>
            <a:ext cx="2377440" cy="1051560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Managed DB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2880360"/>
            <a:ext cx="960120" cy="2286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2880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ramp_status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452360" y="2880360"/>
            <a:ext cx="960120" cy="2286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52360" y="288036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ramp_status_history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11480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0" y="35661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132588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7947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/api/v2/ramps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874520" y="3794760"/>
            <a:ext cx="132588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74520" y="37947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/api/v2/tides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291840" y="3794760"/>
            <a:ext cx="132588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0" y="37947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/api/v2/weather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709160" y="3794760"/>
            <a:ext cx="132588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7947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/api/v2/trmnl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26480" y="3794760"/>
            <a:ext cx="1325880" cy="256032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26480" y="37947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/rampstatus (v1)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543800" y="3794760"/>
            <a:ext cx="1325880" cy="256032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543800" y="37947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/tides (v1)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11480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0" y="4297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PLATFORMS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553712"/>
            <a:ext cx="1325880" cy="411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553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HTML/JS + Tailwind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74520" y="4553712"/>
            <a:ext cx="1325880" cy="411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74520" y="4553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SwiftUI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91840" y="4553712"/>
            <a:ext cx="1325880" cy="411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91840" y="4553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watchOS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SwiftUI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09160" y="4553712"/>
            <a:ext cx="1325880" cy="411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09160" y="4553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tvOS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SwiftUI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4553712"/>
            <a:ext cx="1325880" cy="411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26480" y="4553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TRMNL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 template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43800" y="4553712"/>
            <a:ext cx="1325880" cy="41148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43800" y="4553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Tidbyt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Pixlet (frozen)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Platforms Shippable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implementation phases complete — every platform reached a shippable baseline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solidFill>
            <a:srgbClr val="0A5C5C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389888"/>
            <a:ext cx="868680" cy="23774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13898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834640" y="1234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+ v2 endpoints, GIS ingester, NOAA tides/temp, NWS weather — running on DigitalOcean App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55448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· Echo v4 · pgx · slog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1984248"/>
            <a:ext cx="868680" cy="23774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198424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34640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 with ramp grid, tide chart, weather, webcam, dark mode, favorites, PWA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148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· JS · Tailwind CSS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8412480" cy="548640"/>
          </a:xfrm>
          <a:prstGeom prst="rect">
            <a:avLst/>
          </a:prstGeom>
          <a:solidFill>
            <a:srgbClr val="0A5C5C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+ iPad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2578608"/>
            <a:ext cx="868680" cy="23774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37360" y="257860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834640" y="2423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SwiftUI app with ramps, tide chart, weather, webcam, city/status filtering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74320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SwiftUI · async/await · SPM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37360" y="3172968"/>
            <a:ext cx="868680" cy="23774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37360" y="317296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834640" y="3017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Glance-first ramp status with NSB default and all-cities drill-down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33756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SwiftUI · WatchKit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8412480" cy="548640"/>
          </a:xfrm>
          <a:prstGeom prst="rect">
            <a:avLst/>
          </a:prstGeom>
          <a:solidFill>
            <a:srgbClr val="0A5C5C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37360" y="3767328"/>
            <a:ext cx="868680" cy="23774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37360" y="376732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834640" y="3611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dashboard with ramps, tide chart, weather, auto-refresh, Siri Remote navigation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393192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SwiftUI · Focus engine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TRMNL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737360" y="4361688"/>
            <a:ext cx="868680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737360" y="43616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0" y="4206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e-ink template: 4 NSB ramps, tide bar, water temp, local clock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452628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 ·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 Timeline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 across 3 days — each phase built on the last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MAR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576" cy="9601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84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API + ingester, PostgreSQL schema, v1 compat endpoints, NOAA client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migration runner with go:embed — no external library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MAR 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600200"/>
            <a:ext cx="36576" cy="9601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169164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4904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1984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site, canvas tide chart, NWS weather, PWA, dark mode, favorites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2313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~500 lines vanilla JS, zero frameworks, no build step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91840" y="269748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2697480"/>
            <a:ext cx="36576" cy="9601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29000" y="278892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2788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Deploy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081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DigitalOcean App Platform, live at donwb.com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29000" y="3410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 → test → build → deploy + smoke test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12648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MAR 11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60020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1600200"/>
            <a:ext cx="36576" cy="9601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169164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1984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SwiftUI (iPhone + iPad), shared BeachStatus Swift package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2313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SPM package for cross-platform reuse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126480" y="269748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26480" y="2697480"/>
            <a:ext cx="36576" cy="9601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63640" y="278892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63640" y="2788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0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+ TV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3081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watchOS glance app, tvOS ambient dashboard, programmatic app icons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63640" y="3410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 theme files per platform — avoids cross-compilation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126480" y="379476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26480" y="3794760"/>
            <a:ext cx="36576" cy="9601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63640" y="388620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63640" y="3886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0" y="3886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TRMNL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63640" y="4178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E-ink Liquid template, monochrome status differentiation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63640" y="4507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 CSS, no JS — reused v2 endpoints, zero backend changes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Engineer-Driven, AI-Built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editor. All work done in Claude Code — but every architectural decision was human-made.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91056"/>
            <a:ext cx="274320" cy="274320"/>
          </a:xfrm>
          <a:prstGeom prst="ellipse">
            <a:avLst/>
          </a:prstGeom>
          <a:solidFill>
            <a:srgbClr val="0A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detailed requirements first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1,100-line REQUIREMENTS.md — the spec drove everything. Claude Code consumed it phase by phase.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368296"/>
            <a:ext cx="274320" cy="274320"/>
          </a:xfrm>
          <a:prstGeom prst="ellipse">
            <a:avLst/>
          </a:prstGeom>
          <a:solidFill>
            <a:srgbClr val="0A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682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architecture decisions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chose: Echo v4 over Chi, custom migration runner over golang-migrate, goroutine ingester over separate process.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145536"/>
            <a:ext cx="274320" cy="274320"/>
          </a:xfrm>
          <a:prstGeom prst="ellipse">
            <a:avLst/>
          </a:prstGeom>
          <a:solidFill>
            <a:srgbClr val="0A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implements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written in the terminal. No VS Code, no Xcode (except project scaffolding). Every Swift, Go, HTML, and Liquid file.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274320" cy="274320"/>
          </a:xfrm>
          <a:prstGeom prst="ellipse">
            <a:avLst/>
          </a:prstGeom>
          <a:solidFill>
            <a:srgbClr val="0A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22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decisions back into the spec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ends with "Key decisions made" — the requirements doc is both input and living record.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Calls (Human-Made)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572768"/>
            <a:ext cx="36576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binary: API + ingester in one process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0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Goroutine-based ingester avoids a separate worker — simpler deploy, one service on App Platform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212140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2121408"/>
            <a:ext cx="36576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1,100-line requirements doc before any code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0" y="2359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spec drove the entire build — Claude Code consumed it phase by phase as the source of truth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46320" y="267004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670048"/>
            <a:ext cx="36576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2670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Swift Package across 3 Apple targets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2907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networking, utilities written once — iOS, watchOS, tvOS all depend on one SPM package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321868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218688"/>
            <a:ext cx="36576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migration runner, no external library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0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go:embed bakes SQL files into the binary — zero runtime dependencies, auto-runs at startup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46320" y="376732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3767328"/>
            <a:ext cx="36576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0" y="3767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AWS RDS instead of DO managed DB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0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Postgres instance for dev and prod — simpler than managing two databases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431596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46320" y="4315968"/>
            <a:ext cx="36576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0" y="4315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API tide chart, no charting library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0" y="4553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lines vanilla JS total on the website — zero frameworks, zero build step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Codebase, Every Screen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7 platforms — built part-time over 3 days with Claude Code</a:t>
            </a:r>
            <a:endParaRPr lang="en-US" sz="1100" dirty="0"/>
          </a:p>
        </p:txBody>
      </p:sp>
      <p:pic>
        <p:nvPicPr>
          <p:cNvPr id="4" name="Image 0" descr="/sessions/ecstatic-optimistic-keller/mnt/new beach/slides/screenshots/apple-tv-smal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02336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063240"/>
            <a:ext cx="402336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3063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</a:t>
            </a:r>
            <a:endParaRPr lang="en-US" sz="900" dirty="0"/>
          </a:p>
        </p:txBody>
      </p:sp>
      <p:pic>
        <p:nvPicPr>
          <p:cNvPr id="7" name="Image 1" descr="/sessions/ecstatic-optimistic-keller/mnt/new beach/slides/screenshots/ipad-landscape-small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447288"/>
            <a:ext cx="4023360" cy="14447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617720"/>
            <a:ext cx="402336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74320" y="4617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</a:t>
            </a:r>
            <a:endParaRPr lang="en-US" sz="900" dirty="0"/>
          </a:p>
        </p:txBody>
      </p:sp>
      <p:pic>
        <p:nvPicPr>
          <p:cNvPr id="10" name="Image 2" descr="/sessions/ecstatic-optimistic-keller/mnt/new beach/slides/screenshots/desktop-web-small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7408" y="1051560"/>
            <a:ext cx="2560320" cy="23774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407408" y="3154680"/>
            <a:ext cx="256032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4407408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— Desktop</a:t>
            </a:r>
            <a:endParaRPr lang="en-US" sz="900" dirty="0"/>
          </a:p>
        </p:txBody>
      </p:sp>
      <p:pic>
        <p:nvPicPr>
          <p:cNvPr id="13" name="Image 3" descr="/sessions/ecstatic-optimistic-keller/mnt/new beach/slides/screenshots/trmnl-small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07408" y="3538728"/>
            <a:ext cx="2560320" cy="135331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407408" y="4617720"/>
            <a:ext cx="256032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4407408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TRMNL E-Ink</a:t>
            </a:r>
            <a:endParaRPr lang="en-US" sz="900" dirty="0"/>
          </a:p>
        </p:txBody>
      </p:sp>
      <p:pic>
        <p:nvPicPr>
          <p:cNvPr id="16" name="Image 4" descr="/sessions/ecstatic-optimistic-keller/mnt/new beach/slides/screenshots/iphone-1-small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77456" y="1051560"/>
            <a:ext cx="841248" cy="256032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077456" y="3337560"/>
            <a:ext cx="841248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7077456" y="33375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900" dirty="0"/>
          </a:p>
        </p:txBody>
      </p:sp>
      <p:pic>
        <p:nvPicPr>
          <p:cNvPr id="19" name="Image 5" descr="/sessions/ecstatic-optimistic-keller/mnt/new beach/slides/screenshots/mobile-web-small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28432" y="1051560"/>
            <a:ext cx="841248" cy="25603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028432" y="3337560"/>
            <a:ext cx="841248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8028432" y="33375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Mobile</a:t>
            </a:r>
            <a:endParaRPr lang="en-US" sz="900" dirty="0"/>
          </a:p>
        </p:txBody>
      </p:sp>
      <p:pic>
        <p:nvPicPr>
          <p:cNvPr id="22" name="Image 6" descr="/sessions/ecstatic-optimistic-keller/mnt/new beach/slides/screenshots/watch-small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77456" y="3721608"/>
            <a:ext cx="1792224" cy="1170432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077456" y="4617720"/>
            <a:ext cx="1792224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/>
          <p:nvPr/>
        </p:nvSpPr>
        <p:spPr>
          <a:xfrm>
            <a:off x="7077456" y="461772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990</Words>
  <Application>Microsoft Macintosh PowerPoint</Application>
  <PresentationFormat>On-screen Show (16:9)</PresentationFormat>
  <Paragraphs>159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Multi-Platform Apps with Claude Code</dc:title>
  <dc:subject>PptxGenJS Presentation</dc:subject>
  <dc:creator>Don Browning</dc:creator>
  <cp:lastModifiedBy>Don Browning</cp:lastModifiedBy>
  <cp:revision>2</cp:revision>
  <dcterms:created xsi:type="dcterms:W3CDTF">2026-03-11T15:19:03Z</dcterms:created>
  <dcterms:modified xsi:type="dcterms:W3CDTF">2026-03-11T15:26:21Z</dcterms:modified>
</cp:coreProperties>
</file>